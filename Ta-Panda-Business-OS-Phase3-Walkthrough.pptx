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C39A5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C39A5C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3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PANDA BUSINESS 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Frontend Walkthrough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modules, built and verified on mock data — the marketing operations layer for Ta Panda Innovation, ready for Phase 4 API &amp; n8n integration.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892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39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5532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Built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66160" y="4892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39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66160" y="5532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Workflows Monitored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09360" y="4892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39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09360" y="5532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Previewed as “Soon”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Panda Innovation  ·  Interior Design &amp; Architecture, Kolkata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502920"/>
            <a:ext cx="502920" cy="502920"/>
          </a:xfrm>
          <a:prstGeom prst="ellipse">
            <a:avLst/>
          </a:prstGeom>
          <a:solidFill>
            <a:srgbClr val="1718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2194560" cy="310896"/>
          </a:xfrm>
          <a:prstGeom prst="rect">
            <a:avLst/>
          </a:prstGeom>
          <a:solidFill>
            <a:srgbClr val="F3E8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Dashboard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center — a single-glance read on every pipeline, workflow, and alert.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27685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strip: Generated, Awaiting Approval, Waiting for Assets, Ready, Scheduled, Published, Errors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08376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Pipeline visualizes the current batch's stage-by-stage progress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66744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59359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Health grid summarizes all 7 n8n automations at a glance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325112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 feed and a mini publishing calendar preview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983480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91032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Centre and System Health widgets surface problems before they escalate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641848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556869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Quick Actions: generate strategy, upload asset, review approvals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25896" y="1711071"/>
            <a:ext cx="5870448" cy="371017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0" descr="/private/tmp/claude-501/-Users-isense-Documents-Github-tapanda/ebebb978-bb51-47c1-ae31-5a940e6f694a/scratchpad/screenshots/final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765935"/>
            <a:ext cx="5760720" cy="360045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Panda Business OS  ·  Phase 3 Frontend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502920"/>
            <a:ext cx="502920" cy="502920"/>
          </a:xfrm>
          <a:prstGeom prst="ellipse">
            <a:avLst/>
          </a:prstGeom>
          <a:solidFill>
            <a:srgbClr val="1718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2194560" cy="310896"/>
          </a:xfrm>
          <a:prstGeom prst="rect">
            <a:avLst/>
          </a:prstGeom>
          <a:solidFill>
            <a:srgbClr val="F3E8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Planner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pipeline as a living board — from idea to published post.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27685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 spans the full pipeline: Generated → Approval → Approved → Assets → Ready → Scheduled → Published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08376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drag-and-drop between columns updates status live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66744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59359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status, content type, pillar, platform, priority, or free-text search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325112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+ countdown card flags how many scheduling days of buffer remain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983480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91032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Details drawer: hook, CTA, caption, hashtags, SEO meta, reviewer remarks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641848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556869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strip mirrors the Dashboard counts for at-a-glance pipeline health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25896" y="1711071"/>
            <a:ext cx="5870448" cy="371017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0" descr="/private/tmp/claude-501/-Users-isense-Documents-Github-tapanda/ebebb978-bb51-47c1-ae31-5a940e6f694a/scratchpad/screenshots/final/content-pl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765935"/>
            <a:ext cx="5760720" cy="360045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Panda Business OS  ·  Phase 3 Frontend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502920"/>
            <a:ext cx="502920" cy="502920"/>
          </a:xfrm>
          <a:prstGeom prst="ellipse">
            <a:avLst/>
          </a:prstGeom>
          <a:solidFill>
            <a:srgbClr val="1718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2194560" cy="310896"/>
          </a:xfrm>
          <a:prstGeom prst="rect">
            <a:avLst/>
          </a:prstGeom>
          <a:solidFill>
            <a:srgbClr val="F3E8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Publishing Calendar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week, and agenda views of everything scheduled or live.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27685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/ Week / Agenda view switcher for every scheduled or published post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08376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rescheduling — move a post between days, or in from the queue rail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66744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59359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content-gap detection flags empty days in the next 14 days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325112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Heat Map shows content density over the last 13 weeks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983480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91032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Schedule and Upcoming Queue rails keep what's next front and center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641848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556869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through to full item detail without leaving the calendar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25896" y="1711071"/>
            <a:ext cx="5870448" cy="371017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0" descr="/private/tmp/claude-501/-Users-isense-Documents-Github-tapanda/ebebb978-bb51-47c1-ae31-5a940e6f694a/scratchpad/screenshots/final/publishing-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765935"/>
            <a:ext cx="5760720" cy="360045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Panda Business OS  ·  Phase 3 Frontend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502920"/>
            <a:ext cx="502920" cy="502920"/>
          </a:xfrm>
          <a:prstGeom prst="ellipse">
            <a:avLst/>
          </a:prstGeom>
          <a:solidFill>
            <a:srgbClr val="1718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2194560" cy="310896"/>
          </a:xfrm>
          <a:prstGeom prst="rect">
            <a:avLst/>
          </a:prstGeom>
          <a:solidFill>
            <a:srgbClr val="F3E8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Library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image, video, and carousel the content engine has produced.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27685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Gallery, Grid, and List views for browsing images, video, and carousels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08376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Type-aware previews: video play overlays, carousel slide counts, dimensions &amp; size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66744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59359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type and usage (used vs. unused), search by filename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325112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Details drawer: metadata, “Used In” content links, full version history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983480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91032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carousel viewer to page through multi-slide assets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641848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556869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dropzone ready for drag-and-drop — wires to Supabase Storage in Phase 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25896" y="1711071"/>
            <a:ext cx="5870448" cy="371017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0" descr="/private/tmp/claude-501/-Users-isense-Documents-Github-tapanda/ebebb978-bb51-47c1-ae31-5a940e6f694a/scratchpad/screenshots/final/asset-libr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765935"/>
            <a:ext cx="5760720" cy="360045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Panda Business OS  ·  Phase 3 Frontend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502920"/>
            <a:ext cx="502920" cy="502920"/>
          </a:xfrm>
          <a:prstGeom prst="ellipse">
            <a:avLst/>
          </a:prstGeom>
          <a:solidFill>
            <a:srgbClr val="1718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2194560" cy="310896"/>
          </a:xfrm>
          <a:prstGeom prst="rect">
            <a:avLst/>
          </a:prstGeom>
          <a:solidFill>
            <a:srgbClr val="F3E8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Monitor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health and performance for all 7 n8n automations, one card each.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27685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cards for all 7 workflows, Strategy Generator through Telegram Command Center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08376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Success-rate ring, execution time, average duration, and 24h error counts per workflow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66744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59359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integration status pills flag failing connections instantly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325112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Drawer view adds a node-by-node execution timeline and a recent logs console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983480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91032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System-wide summary strip: overall health, active runs, 24h errors, avg success 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641848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556869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“Connect Live Webhook” affordance pre-wired for real n8n control in Phase 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25896" y="1711071"/>
            <a:ext cx="5870448" cy="371017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0" descr="/private/tmp/claude-501/-Users-isense-Documents-Github-tapanda/ebebb978-bb51-47c1-ae31-5a940e6f694a/scratchpad/screenshots/final/workflow-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765935"/>
            <a:ext cx="5760720" cy="360045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Panda Business OS  ·  Phase 3 Frontend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502920"/>
            <a:ext cx="502920" cy="502920"/>
          </a:xfrm>
          <a:prstGeom prst="ellipse">
            <a:avLst/>
          </a:prstGeom>
          <a:solidFill>
            <a:srgbClr val="1718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2194560" cy="310896"/>
          </a:xfrm>
          <a:prstGeom prst="rect">
            <a:avLst/>
          </a:prstGeom>
          <a:solidFill>
            <a:srgbClr val="F3E8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Executive-level performance across content, workflows, and platforms.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27685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strip: total reach, engagement rate, leads generated, avg approval 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08376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 / 90-day range switcher re-renders every trend and velocity chart instantly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66744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59359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Mix and Platform Distribution donuts, Monthly Performance and Content Type bars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325112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Frequency heat map spans the last quarter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983480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91032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is hand-built SVG — zero external charting dependency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641848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556869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plug straight into real analytics once Phase 4 API integration lands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25896" y="1711071"/>
            <a:ext cx="5870448" cy="371017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0" descr="/private/tmp/claude-501/-Users-isense-Documents-Github-tapanda/ebebb978-bb51-47c1-ae31-5a940e6f694a/scratchpad/screenshots/final/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765935"/>
            <a:ext cx="5760720" cy="360045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Panda Business OS  ·  Phase 3 Frontend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502920"/>
            <a:ext cx="502920" cy="502920"/>
          </a:xfrm>
          <a:prstGeom prst="ellipse">
            <a:avLst/>
          </a:prstGeom>
          <a:solidFill>
            <a:srgbClr val="1718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2194560" cy="310896"/>
          </a:xfrm>
          <a:prstGeom prst="rect">
            <a:avLst/>
          </a:prstGeom>
          <a:solidFill>
            <a:srgbClr val="F3E8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Library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prompt behind the content engine — versioned and governed.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27685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prompt categories: Strategy, Static, Carousel, Reel, Video, Thumbnail, Caption, Hashtag, SEO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08376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version history per prompt, with notes on what changed and why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66744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59359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version comparison modal — pick any two versions to diff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325112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across prompt text, tags, and category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983480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91032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performance notes saved per prompt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641848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556869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prompt governance ahead of live AI generation in Phase 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25896" y="1711071"/>
            <a:ext cx="5870448" cy="371017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0" descr="/private/tmp/claude-501/-Users-isense-Documents-Github-tapanda/ebebb978-bb51-47c1-ae31-5a940e6f694a/scratchpad/screenshots/final/prompt-libr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765935"/>
            <a:ext cx="5760720" cy="360045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Panda Business OS  ·  Phase 3 Frontend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502920"/>
            <a:ext cx="502920" cy="502920"/>
          </a:xfrm>
          <a:prstGeom prst="ellipse">
            <a:avLst/>
          </a:prstGeom>
          <a:solidFill>
            <a:srgbClr val="1718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2194560" cy="310896"/>
          </a:xfrm>
          <a:prstGeom prst="rect">
            <a:avLst/>
          </a:prstGeom>
          <a:solidFill>
            <a:srgbClr val="F3E8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7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configuration surface the Business OS will need, in one place.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27685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tabs: System, Publishing, Brand, AI, Workflow, Notifications, Integrations, API Keys, Users, Appearance, Multi-Company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08376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Per-workflow enable / disable toggles mirror the 7 live n8n automations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66744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59359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cards for Telegram, Facebook, Instagram, Google Business, Drive &amp; Sheets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325112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API key vault, ready for a real secrets manager in Phase 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983480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91032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table with roles and an invite flow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641848"/>
            <a:ext cx="219456" cy="219456"/>
          </a:xfrm>
          <a:prstGeom prst="ellipse">
            <a:avLst/>
          </a:prstGeom>
          <a:solidFill>
            <a:srgbClr val="C39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556869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Multi-Company support previewed as a “Coming Soon” placeholder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25896" y="1711071"/>
            <a:ext cx="5870448" cy="371017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0" descr="/private/tmp/claude-501/-Users-isense-Documents-Github-tapanda/ebebb978-bb51-47c1-ae31-5a940e6f694a/scratchpad/screenshots/final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765935"/>
            <a:ext cx="5760720" cy="360045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Panda Business OS  ·  Phase 3 Frontend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560320"/>
            <a:ext cx="5943600" cy="5943600"/>
          </a:xfrm>
          <a:prstGeom prst="ellipse">
            <a:avLst/>
          </a:prstGeom>
          <a:solidFill>
            <a:srgbClr val="C39A5C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3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— API &amp; n8n Integration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1F2023"/>
          </a:solidFill>
          <a:ln w="12700">
            <a:solidFill>
              <a:srgbClr val="2C2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6334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3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every page to live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035808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os-data.js mock state with Supabase reads/writes across all 8 pages.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46888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1F2023"/>
          </a:solidFill>
          <a:ln w="12700">
            <a:solidFill>
              <a:srgbClr val="2C2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6334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3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7 n8n workflows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3035808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Approve, Schedule, Publish, and “Connect Live Webhook” into real triggers.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1F2023"/>
          </a:solidFill>
          <a:ln w="12700">
            <a:solidFill>
              <a:srgbClr val="2C2D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3251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3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authentication &amp; roles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727448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placeholder user list with Supabase Auth and role-based access.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416052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1F2023"/>
          </a:solidFill>
          <a:ln w="12700">
            <a:solidFill>
              <a:srgbClr val="2C2D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3251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39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on integrations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4727448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Telegram, Meta, Google Business, Drive, and Sheets — for real, not mocked.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6172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UX is frozen and ready — every interaction you saw in this deck already works end-to-end on mock data.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Ta Panda Innovation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 Panda Business OS — Phase 3 Frontend Walkthrough</dc:title>
  <dc:subject>PptxGenJS Presentation</dc:subject>
  <dc:creator>Ta Panda Business OS</dc:creator>
  <cp:lastModifiedBy>Ta Panda Business OS</cp:lastModifiedBy>
  <cp:revision>1</cp:revision>
  <dcterms:created xsi:type="dcterms:W3CDTF">2026-07-20T13:19:43Z</dcterms:created>
  <dcterms:modified xsi:type="dcterms:W3CDTF">2026-07-20T13:19:43Z</dcterms:modified>
</cp:coreProperties>
</file>